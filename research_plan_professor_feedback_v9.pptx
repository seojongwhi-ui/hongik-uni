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교수님께는 이 연구가 운전 분노를 환경 요인이나 개인 성향 하나로만 설명하지 않고, 차량 공간의 성격, 타인의 평가 가능성, 개인의 정서표현갈등을 연결해 보는 구조라고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이론은 고프먼의 자아 연출 이론이다. 혼자 운전할 때의 차량 내부를 후면 영역으로, 동승자가 있는 차량 내부를 전면 영역에 가까운 공간으로 해석할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이론은 평가 불안이론이다. 동승자는 단순한 물리적 존재가 아니라, 운전자가 자신의 행동을 평가 가능하고 책임 있는 행동으로 재해석하게 만드는 사회적 장치로 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이론은 정서표현갈등과 개인차다. 모든 운전자가 같은 상황에서 같은 방식으로 분노를 표출하지 않기 때문에, 개인의 억제된 정서와 표현 갈등을 함께 보겠다는 설명이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종합하면 혼자 운전하는 상황은 후면 영역화되고, 평가 가능성이 낮아지며, 개인의 정서표현갈등이 탈억제 행동으로 나타날 수 있다는 구조다. 반대로 동승자는 이 흐름을 완화하는 사회적·관계적 단서로 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 확인된 동승자 효과와 AI 설계 연구</a:t>
            </a:r>
            <a:endParaRPr lang="ko-KR" sz="14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배경에서 예비조사 결과, 선행연구 프레임워크, 향후 연구계획으로 이어지는 구조다.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현상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689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7889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조사 목적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7889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현상이 다른 운전자에게도 나타나는지 예비조사로 확인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329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429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설문 개요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429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특성, 문항 구성, 분석 범위 정리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3970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069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설문 결과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069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변화 이유 제시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46101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7091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선행연구 프레임워크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7091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인문학·사회심리학·개인심리학 관점에서 결과 해석 구조 설정</a:t>
            </a:r>
            <a:endParaRPr lang="ko-KR" sz="1440" dirty="0"/>
          </a:p>
        </p:txBody>
      </p:sp>
      <p:sp>
        <p:nvSpPr>
          <p:cNvPr id="24" name="Shape 22"/>
          <p:cNvSpPr/>
          <p:nvPr/>
        </p:nvSpPr>
        <p:spPr>
          <a:xfrm>
            <a:off x="670560" y="52501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0560" y="53492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향후 연구계획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3215640" y="53492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본조사, 이론 보완, AI 인터페이스 설계와 평가 방향 정리</a:t>
            </a:r>
            <a:endParaRPr lang="ko-KR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변화가 다른 운전자에게도 나타나는지 예비조사를 통해 확인하고자 했다.</a:t>
            </a:r>
            <a:endParaRPr lang="ko-KR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예비조사로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운전자들은 운전 중 분노를 경험하는가?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어떤 상황에서 특히 강하게 나타나는가?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어떤 방식으로 반응하는가?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분노 표현을 낮추는가, 혹은 감정 동조를 통해 높이는가?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운전자는 어떤 상황에서 분노를 경험하는가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표현을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완화되는가: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가정은 시선 의식이었으나, 예비조사에서는 안전 책임감이 더 크게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운전자가 보호해야 할 사람으로 경험될 가능성이 크다.</a:t>
            </a:r>
            <a:endParaRPr lang="ko-KR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설문 인사이트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결과값에서 도출한 연구 초점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결과는 동승자 존재와 책임감의 관계를 연구할 필요성을 보여준다.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분노는 경적·상향등·손짓처럼 타인의 적대적 표현에서 가장 강하게 나타났다.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보복 행동보다 혼잣말, 욕설 등 차량 내부 표현으로 먼저 나타나는 경향이 있었다.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43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42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42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감정 표현 조절과 행동 억제가 모두 높게 응답되었다.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2748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738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738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 이유는 시선 의식보다 동승자의 안전에 대한 책임감이 가장 크게 나타났다.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초점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존재가 책임감과 감정 표현 조절로 이어지는 과정을 연구한다.</a:t>
            </a:r>
            <a:endParaRPr lang="ko-KR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선행연구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배경: 다층적 분석 프레임워크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관점만으로는 운전 중 분노 조절과 탈억제 행동의 차이를 충분히 설명하기 어렵다.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Goffman(1959), Cottrell(1972), 윤보영·이순철(2011) 기반 정리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관점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Goffman(1959)의 자아 연출 이론을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바탕으로, 시선이 있는 공간과 시선이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약화된 공간에서 행동 양식이 달라지는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4652467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구조를 본다.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297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사회심리학적 관점</a:t>
            </a:r>
            <a:endParaRPr lang="ko-KR" sz="2400" dirty="0"/>
          </a:p>
        </p:txBody>
      </p:sp>
      <p:sp>
        <p:nvSpPr>
          <p:cNvPr id="19" name="Shape 17"/>
          <p:cNvSpPr/>
          <p:nvPr/>
        </p:nvSpPr>
        <p:spPr>
          <a:xfrm>
            <a:off x="44297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297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Cottrell(1972)의 평가 불안이론을 통해,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존재 자체보다 평가 가능성 인식이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44297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억제에 영향을 준다는 점을 본다.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28600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88960" y="275844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개인심리학적 관점</a:t>
            </a:r>
            <a:endParaRPr lang="ko-KR" sz="2400" dirty="0"/>
          </a:p>
        </p:txBody>
      </p:sp>
      <p:sp>
        <p:nvSpPr>
          <p:cNvPr id="25" name="Shape 23"/>
          <p:cNvSpPr/>
          <p:nvPr/>
        </p:nvSpPr>
        <p:spPr>
          <a:xfrm>
            <a:off x="8188960" y="364236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8960" y="384048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윤보영·이순철(2011)의 정서표현갈등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11114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논의를 통해, 억제된 정서와 개인차가 난폭</a:t>
            </a:r>
            <a:endParaRPr lang="ko-KR" sz="1440" dirty="0"/>
          </a:p>
        </p:txBody>
      </p:sp>
      <p:sp>
        <p:nvSpPr>
          <p:cNvPr id="28" name="Text 26"/>
          <p:cNvSpPr txBox="1"/>
          <p:nvPr/>
        </p:nvSpPr>
        <p:spPr>
          <a:xfrm>
            <a:off x="8188960" y="438180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행동으로 이어질 가능성을 본다.</a:t>
            </a:r>
            <a:endParaRPr lang="ko-KR" sz="1440" dirty="0"/>
          </a:p>
        </p:txBody>
      </p:sp>
      <p:sp>
        <p:nvSpPr>
          <p:cNvPr id="29" name="Shape 2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구조</a:t>
            </a:r>
            <a:endParaRPr lang="ko-KR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상황적 공간 → 사회적 평가 기제 → 개인의 내적 심리로 이어지는 3단계 구조를 선행연구 틀로 설정한다.</a:t>
            </a:r>
            <a:endParaRPr lang="ko-KR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인문학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자아 연출 이론: 무대와 시선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Goffman(1959)은 사회적 상호작용을 무대 위 수행으로 설명한다.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Goffman, The Presentation of Self in Everyday Life, 1959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402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402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인간은 타인의 시선이 있는 곳에서 자신의 인상을 관리하고, 사회적으로 적절한 모습을 연출한다.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727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718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 영역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718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시선과 사회적 규범이 존재하는 공간이다. 개인은 페르소나를 착용하고 인상 관리와 행동 통제를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24246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수행한다.</a:t>
            </a:r>
            <a:endParaRPr lang="ko-KR" sz="1440" dirty="0"/>
          </a:p>
        </p:txBody>
      </p:sp>
      <p:sp>
        <p:nvSpPr>
          <p:cNvPr id="16" name="Shape 14"/>
          <p:cNvSpPr/>
          <p:nvPr/>
        </p:nvSpPr>
        <p:spPr>
          <a:xfrm>
            <a:off x="670560" y="36042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560" y="3703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3215640" y="3703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시선과 식별성이 약화된 공간이다. 연출이 느슨해지고 억제된 자아나 감정 표현이 나타날 수 있다.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4335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560" y="4434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3215640" y="4434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운전하는 차량 내부는 공적 도로 위에 있지만, 운전자가 체감하는 맥락에서는 후면 영역의 성격을 가질 수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3215640" y="470550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있다.</a:t>
            </a:r>
            <a:endParaRPr lang="ko-KR" sz="1440" dirty="0"/>
          </a:p>
        </p:txBody>
      </p:sp>
      <p:sp>
        <p:nvSpPr>
          <p:cNvPr id="23" name="Shape 2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차량 내부를 전면 영역에 가깝게 만드는 단서가 될 수 있다.</a:t>
            </a:r>
            <a:endParaRPr lang="ko-KR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사회심리학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불안이론: 평가 가능성의 소멸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Cottrell(1972)은 타인의 단순한 존재보다 평가 가능성이 사회적 억제의 핵심이라고 보았다.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Cottrell, Social Facilitation, 1972; Zajonc, 1965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차별성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Zajonc(1965)는 타인의 물리적 존재만으로 각성이 발생한다고 보았으나, Cottrell은 평가 가능성이 핵심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215640" y="244998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동인이라고 설명했다.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670560" y="2834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560" y="29337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 인식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29337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타인이 나를 볼 수 있고 판단할 수 있다고 느끼면 평가 불안이 발생하고, 사회적 규범을 따르려는 경향이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3215640" y="320436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강화된다.</a:t>
            </a:r>
            <a:endParaRPr lang="ko-KR" sz="1440" dirty="0"/>
          </a:p>
        </p:txBody>
      </p:sp>
      <p:sp>
        <p:nvSpPr>
          <p:cNvPr id="17" name="Shape 15"/>
          <p:cNvSpPr/>
          <p:nvPr/>
        </p:nvSpPr>
        <p:spPr>
          <a:xfrm>
            <a:off x="670560" y="3589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560" y="3688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 약화</a:t>
            </a:r>
            <a:endParaRPr lang="ko-KR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3688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신원이 드러나지 않거나 시선이 차단된 상황에서는 평가 불안이 줄어들고, 행동을 억제하던 사회적 통제도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395874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약해질 수 있다.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43434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442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442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때는 평가 가능성이 낮아지고, 동승자가 있을 때는 평가 가능성과 관계적 책임이 함께 활성화될 수</a:t>
            </a:r>
            <a:endParaRPr lang="ko-KR" sz="1440" dirty="0"/>
          </a:p>
        </p:txBody>
      </p:sp>
      <p:sp>
        <p:nvSpPr>
          <p:cNvPr id="24" name="Text 22"/>
          <p:cNvSpPr txBox="1"/>
          <p:nvPr/>
        </p:nvSpPr>
        <p:spPr>
          <a:xfrm>
            <a:off x="3215640" y="471312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있다.</a:t>
            </a:r>
            <a:endParaRPr lang="ko-KR" sz="1440" dirty="0"/>
          </a:p>
        </p:txBody>
      </p:sp>
      <p:sp>
        <p:nvSpPr>
          <p:cNvPr id="25" name="Shape 2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효과는 평가 가능성과 책임 인식의 문제로 볼 수 있다.</a:t>
            </a:r>
            <a:endParaRPr lang="ko-KR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개인심리학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정서표현갈등과 개인차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윤보영·이순철(2011)은 익명상황 민감군의 정서표현갈등과 난폭운전 가능성을 연결해 설명한다.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윤보영·이순철, 익명상황의 운전행동과 운전분노 및 정서표현갈등과의 관계, 2011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문제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익명성과 평가 불안 해제 상황에서도 왜 특정 개인만 강한 탈억제 행동이나 난폭 행동을 보이는가?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27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26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26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정서표현갈등은 정서를 표현하고 싶지만 억제하면서 생기는 내적 갈등이다. 자기방어적 양가성은 상처받을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19674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두려움 때문에 감정을 억누르는 성향을 뜻한다.</a:t>
            </a:r>
            <a:endParaRPr lang="ko-KR" sz="1440" dirty="0"/>
          </a:p>
        </p:txBody>
      </p:sp>
      <p:sp>
        <p:nvSpPr>
          <p:cNvPr id="16" name="Shape 14"/>
          <p:cNvSpPr/>
          <p:nvPr/>
        </p:nvSpPr>
        <p:spPr>
          <a:xfrm>
            <a:off x="670560" y="36042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560" y="3703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결과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3215640" y="3703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익명상황에 민감한 난폭운전·일탈 유발 집단은 평소 정서표현갈등, 특히 자기방어적 양가성 수준이 유의미하게</a:t>
            </a:r>
            <a:endParaRPr lang="ko-KR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397398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높게 나타났다.</a:t>
            </a:r>
            <a:endParaRPr lang="ko-KR" sz="1440" dirty="0"/>
          </a:p>
        </p:txBody>
      </p:sp>
      <p:sp>
        <p:nvSpPr>
          <p:cNvPr id="20" name="Shape 18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적용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불안이 낮아진 운전 환경은 억제된 감정을 가진 개인에게 분노 표현이 강화되는 심리적 계기가 될 수 있다.</a:t>
            </a:r>
            <a:endParaRPr lang="ko-KR" sz="1440" dirty="0"/>
          </a:p>
        </p:txBody>
      </p:sp>
      <p:sp>
        <p:nvSpPr>
          <p:cNvPr id="23" name="Shape 2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지점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억제된 정서의 표출을 다시 조절하게 하는 외적 단서다.</a:t>
            </a:r>
            <a:endParaRPr lang="ko-KR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통합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기반 통합 매개 모델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상황적 공간, 사회적 평가 기제, 개인 심리 변인이 연결되며 운전 행동의 차이를 만든다.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Goffman(1959), Cottrell(1972), 윤보영·이순철(2011) 기반 연구자 재구성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상황적 조건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기제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 특성</a:t>
            </a:r>
            <a:endParaRPr lang="ko-KR" sz="1440" dirty="0"/>
          </a:p>
        </p:txBody>
      </p:sp>
      <p:sp>
        <p:nvSpPr>
          <p:cNvPr id="13" name="Text 11"/>
          <p:cNvSpPr txBox="1"/>
          <p:nvPr/>
        </p:nvSpPr>
        <p:spPr>
          <a:xfrm>
            <a:off x="8991600" y="2400300"/>
            <a:ext cx="2057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행동적 결과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 상황</a:t>
            </a:r>
            <a:endParaRPr lang="ko-KR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4424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불안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44424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해제</a:t>
            </a:r>
            <a:endParaRPr lang="ko-KR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정서갈등</a:t>
            </a:r>
            <a:endParaRPr lang="ko-KR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개인차</a:t>
            </a:r>
            <a:endParaRPr lang="ko-KR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991600" y="2987040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탈억제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991600" y="3438144"/>
            <a:ext cx="2057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난폭 반응</a:t>
            </a:r>
            <a:endParaRPr lang="ko-KR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84988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397240" y="3147060"/>
            <a:ext cx="3962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Goffman</a:t>
            </a:r>
            <a:endParaRPr lang="ko-KR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056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후면 영역</a:t>
            </a:r>
            <a:endParaRPr lang="ko-KR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4424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Cottrell</a:t>
            </a:r>
            <a:endParaRPr lang="ko-KR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4424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가능성</a:t>
            </a:r>
            <a:endParaRPr lang="ko-KR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윤보영·이순철</a:t>
            </a:r>
            <a:endParaRPr lang="ko-KR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AEQ</a:t>
            </a:r>
            <a:endParaRPr lang="ko-KR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91600" y="4191000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일탈·난폭 행동</a:t>
            </a:r>
            <a:endParaRPr lang="ko-KR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91600" y="4416552"/>
            <a:ext cx="20574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</a:t>
            </a:r>
            <a:endParaRPr lang="ko-KR" sz="120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의의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공간·평가·개인차가 함께 작동하는 운전 분노 조절 모델로 확장한다.</a:t>
            </a:r>
            <a:endParaRPr lang="ko-KR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향후 연구계획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이후의 연구 진행 방향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해석과 설계 제안은 후속 연구 단계에서 보완한다.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94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선행연구 보완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94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인문학: 타자·책임·관계 / 심리: 분노 조절·상황 재평가 / 사회: 동승자·체면·감정 동조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본조사 설계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문항을 보완하고 표본 수, 연령대, 운전 경력 범위를 확대한다.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80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79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분석 방향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79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유형, 안전 책임감, 시선 의식, 감정 표현 조절의 관계를 비교한다.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472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572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AI 설계 검토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572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 동승자적 존재감과 안전 책임감을 환기하는 인터페이스 가능성을 탐색한다.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발표 범위는 예비조사 결과까지이며, 피드백 후 이론과 설계를 구체화한다.</a:t>
            </a:r>
            <a:endParaRPr lang="ko-KR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2026-09-10T19:17:28Z</dcterms:created>
  <dcterms:modified xsi:type="dcterms:W3CDTF">2026-09-10T19:17:28Z</dcterms:modified>
</cp:coreProperties>
</file>