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원제: 동승자 존재가 운전자 분노 조절에 미치는 영향과 차량 내 AI 인터페이스 설계 연구. 홍익대학교 일반대학원 산업디자인과 서종휘.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 PROPOSAL · 2026.09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존재와 운전자 분노 조절</a:t>
            </a:r>
            <a:endParaRPr lang="ko-KR" sz="3600" dirty="0"/>
          </a:p>
        </p:txBody>
      </p:sp>
      <p:sp>
        <p:nvSpPr>
          <p:cNvPr id="5" name="Shape 3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홍익대학교 일반대학원 산업디자인과 · 서종휘 · 교수님 피드백용</a:t>
            </a:r>
            <a:endParaRPr lang="ko-KR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0560" y="2377440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 AI 인터페이스 설계 연구</a:t>
            </a:r>
            <a:endParaRPr lang="ko-KR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01040" y="3512820"/>
            <a:ext cx="103632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 확인된 동승자 효과와 AI 설계 연구</a:t>
            </a:r>
            <a:endParaRPr lang="ko-KR" sz="1440" dirty="0"/>
          </a:p>
        </p:txBody>
      </p:sp>
      <p:sp>
        <p:nvSpPr>
          <p:cNvPr id="11" name="Shape 9"/>
          <p:cNvSpPr/>
          <p:nvPr/>
        </p:nvSpPr>
        <p:spPr>
          <a:xfrm>
            <a:off x="670560" y="4396740"/>
            <a:ext cx="609600" cy="3810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0560" y="4724400"/>
            <a:ext cx="10134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동승자가 있을 때와 비슷한</a:t>
            </a:r>
            <a:endParaRPr lang="ko-KR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5175504"/>
            <a:ext cx="10134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 경험을 만들 수 있는가?</a:t>
            </a:r>
            <a:endParaRPr lang="ko-KR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발표 구성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전개 순서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배경에서 예비조사 결과와 향후 연구계획으로 이어지는 구조다.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연구 배경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 경험과 동승자 존재에 따른 자기조절 현상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조사 목적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현상이 다른 운전자에게도 나타나는지 예비조사로 확인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설문 개요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 특성, 문항 구성, 분석 범위 정리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설문 결과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유발 상황, 반응 방식, 동승자 영향과 변화 이유 제시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향후 연구계획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보완, 본조사, AI 인터페이스 설계와 평가 방향 정리</a:t>
            </a:r>
            <a:endParaRPr lang="ko-KR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배경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관찰된 현상에서 출발한 문제의식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때와 누군가 함께 탈 때의 감정 표현 차이에 주목했다.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분노가 발생하는 상황에서도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630424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때는 감정 표현과 행동이</a:t>
            </a:r>
            <a:endParaRPr lang="ko-KR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081528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상대적으로 조절되는 경험이 관찰되었다.</a:t>
            </a:r>
            <a:endParaRPr lang="ko-KR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2062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경험은 단순한 예절이나 체면의 문제가 아니라,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476902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내부의 관계와 안전 책임이 운전자의 반응을 바꾸는 현상일 수 있다.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문제의식</a:t>
            </a:r>
            <a:endParaRPr lang="ko-KR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이러한 변화가 다른 운전자에게도 나타나는지 예비조사를 통해 확인하고자 했다.</a:t>
            </a:r>
            <a:endParaRPr lang="ko-KR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목적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때의 감정 조절을 어떻게 도울 수 있을까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효과를 차량 AI 경험으로 전환할 가능성을 탐색한다.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860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860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분노 표현과 위험한 반응을 줄이게 되는 순간이 있다.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9184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175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175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비슷한 감정 조절 경험을 만들 수 있을까?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649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490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가능성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490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감시자가 아니라 동승자의 존재감과 책임감을 환기할 수 있을까?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815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80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80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표현과 위험 행동을 낮춰 사고 예방 가능성을 높일 수 있을까?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방향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운전자를 꾸짖는 장치보다, 스스로 조절하게 돕는 동승자적 단서로 접근한다.</a:t>
            </a:r>
            <a:endParaRPr lang="ko-KR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조사 이유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효과를 예비조사로 확인했다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설문은 이론 검증보다 문제 발견과 방향 확인을 위한 예비조사로 진행했다.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1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운전자들은 운전 중 분노를 경험하는가?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2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어떤 상황에서 특히 강하게 나타나는가?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3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발생했을 때 어떤 방식으로 반응하는가?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4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분노 표현을 낮추는가, 혹은 감정 동조를 통해 높이는가?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5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변화의 이유가 시선 의식인지, 안전 책임감인지 확인할 수 있는가?</a:t>
            </a:r>
            <a:endParaRPr lang="ko-KR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예비조사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설문조사 개요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상황에서의 감정 및 행동 변화 조사 · 유효 응답 33명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33명</a:t>
            </a:r>
            <a:endParaRPr lang="ko-KR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응답</a:t>
            </a:r>
            <a:endParaRPr lang="ko-KR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69.7%</a:t>
            </a:r>
            <a:endParaRPr lang="ko-KR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비중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90.9%</a:t>
            </a:r>
            <a:endParaRPr lang="ko-KR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24840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 빈도: 가끔~항상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903732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42.4%</a:t>
            </a:r>
            <a:endParaRPr lang="ko-KR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03732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목적: 출퇴근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0386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2062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여성 18명 · 남성 15명  |  최근 6개월 이내 운전 경험이 있는 성인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8158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DAS·K-DAS 참고 재구성 문항 / 5점 척도 / 유형·이유 선택 / 정성 경험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563118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원척도 전체를 그대로 적용한 검사가 아니며, 리워드용 개인정보는 분석과 분리한다.</a:t>
            </a:r>
            <a:endParaRPr lang="ko-KR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1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운전자는 어떤 상황에서 분노를 경험하는가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평균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적대적 표현: 경적·상향등·손짓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81987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3.88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갑작스러운 끼어들기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333746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3.39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교통법규 위반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330793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3.36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체증·이동시간 지연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21932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3.27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뒤차의 안전거리 미확보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71652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3.12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앞차의 지나친 서행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2983047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3.03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응답자들도 타인의 적대적 표현과 돌발 행동에서 강한 불쾌감을 경험했다.</a:t>
            </a:r>
            <a:endParaRPr lang="ko-KR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2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발생했을 때 어떻게 반응하는가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방식별 평균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혼잣말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367004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3.42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욕설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256955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2.61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경적 사용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211668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2.15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공격적 운전 경험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보복 행동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5850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1.61</a:t>
            </a:r>
            <a:endParaRPr lang="ko-KR" sz="144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실제 보복 행동보다 차량 내부의 혼잣말과 욕설로 먼저 나타나는 경향이 있었다.</a:t>
            </a:r>
            <a:endParaRPr lang="ko-KR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3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분노 표현을 조절하는가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존재에 따른 변화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자기보고 응답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표현 조절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99708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4.06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화나는 상황에서 행동 참음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39675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4.03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행동 변화 지각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346545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3.52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반응에 따른 행동 변화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274676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2.79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오히려 감정 표현 증가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44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 다수도 동승자가 있을 때 감정 표현과 행동을 조절한다고 응답했다.</a:t>
            </a:r>
            <a:endParaRPr lang="ko-KR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핵심 결과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완화되는가: 시선보다 안전 책임감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가정은 시선 의식이었으나, 예비조사에서는 안전 책임감이 더 크게 나타났다.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영향 이유 단일 선택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31720"/>
            <a:ext cx="7010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안전에 대한 책임감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154680"/>
            <a:ext cx="670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41520"/>
            <a:ext cx="53340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21명 / 33명</a:t>
            </a:r>
            <a:endParaRPr lang="ko-KR" sz="1440" dirty="0"/>
          </a:p>
        </p:txBody>
      </p:sp>
      <p:sp>
        <p:nvSpPr>
          <p:cNvPr id="13" name="Shape 11"/>
          <p:cNvSpPr/>
          <p:nvPr/>
        </p:nvSpPr>
        <p:spPr>
          <a:xfrm>
            <a:off x="7924800" y="2346960"/>
            <a:ext cx="15240" cy="269748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36982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시선·체면 관련 응답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0990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80562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 · 3명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13766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</a:t>
            </a:r>
            <a:endParaRPr lang="ko-KR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408322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 · 2명</a:t>
            </a:r>
            <a:endParaRPr lang="ko-KR" sz="1440" dirty="0"/>
          </a:p>
        </p:txBody>
      </p:sp>
      <p:sp>
        <p:nvSpPr>
          <p:cNvPr id="19" name="Shape 17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전환</a:t>
            </a:r>
            <a:endParaRPr lang="ko-KR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감시하는 시선보다, 운전자가 보호해야 할 사람으로 경험될 가능성이 크다.</a:t>
            </a:r>
            <a:endParaRPr lang="ko-KR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4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영향을 미치는 이유 전체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큰 이유를 선택한 응답 비율 · 합계는 반올림으로 100%와 다를 수 있음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 · 21명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130723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영향을 거의 받지 않음 · 4명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 · 3명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 · 2명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감정을 공유함 · 2명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반응이나 말 · 1명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확인할 점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책임감은 가장 빈번한 응답이며, 인과적 기제는 후속 연구 과제다.</a:t>
            </a:r>
            <a:endParaRPr lang="ko-KR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5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탔을 때 가장 조절되는가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가족이 가장 많았고, 유형 차이를 느끼지 않는 응답도 나타났다.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11명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1639199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33.3%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유형에 따른 차이 없음 · 9명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134384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27.3%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낯선 사람 · 5명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74822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15.2%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연인 · 4명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직장 동료 · 3명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· 1명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분석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친밀도와 보호 책임감이 어떻게 연결되는지 살펴본다.</a:t>
            </a:r>
            <a:endParaRPr lang="ko-KR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향후 연구계획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 이후의 연구 진행 방향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해석과 설계 제안은 후속 연구 단계에서 보완한다.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94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선행연구 보완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94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인문학: 타자·책임·관계 / 심리: 분노 조절·상황 재평가 / 사회: 동승자·체면·감정 동조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87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870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본조사 설계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870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 문항을 보완하고 표본 수, 연령대, 운전 경력 범위를 확대한다.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6804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795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분석 방향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795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유형, 안전 책임감, 시선 의식, 감정 표현 조절의 관계를 비교한다.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4729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5720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AI 설계 검토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5720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 동승자적 존재감과 안전 책임감을 환기하는 인터페이스 가능성을 탐색한다.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발표 범위는 예비조사 결과까지이며, 피드백 후 이론과 설계를 구체화한다.</a:t>
            </a:r>
            <a:endParaRPr lang="ko-KR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동승자 존재와 운전자 분노 조절 | 연구계획</dc:title>
  <dc:subject>교수님 피드백용 연구계획</dc:subject>
  <dc:creator>서종휘</dc:creator>
  <cp:lastModifiedBy>서종휘</cp:lastModifiedBy>
  <cp:revision>1</cp:revision>
  <dcterms:created xsi:type="dcterms:W3CDTF">2026-09-07T18:12:10Z</dcterms:created>
  <dcterms:modified xsi:type="dcterms:W3CDTF">2026-09-07T18:12:10Z</dcterms:modified>
</cp:coreProperties>
</file>