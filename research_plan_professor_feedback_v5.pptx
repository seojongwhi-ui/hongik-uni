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 운전 경험에서 출발한 감정 조절과 AI 설계 연구</a:t>
            </a:r>
            <a:endParaRPr lang="ko-KR" sz="14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개인적 관찰에서 예비조사와 해석, 설계 가능성으로 이어지는 구조다.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경험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예비조사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그 이유 확인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결과 해석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 의식보다 안전 책임감이 크게 나타난 결과를 인문학적·심리적·사회적으로 설명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설계 방향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동승자적 존재감과 책임감 환기를 활용한 차량 AI 인터페이스 가능성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피드백 요청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중심축, 선행연구 범위, 본조사와 평가 방식 확정</a:t>
            </a:r>
            <a:endParaRPr lang="ko-KR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일상적 관찰에서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변화가 개인적 경험에 그치는지, 다른 운전자에게도 나타나는지 확인하고자 했다.</a:t>
            </a:r>
            <a:endParaRPr lang="ko-KR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사람들도 나처럼 경험하는지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사람들도 운전 중 화가 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상황에서 특히 화가 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화가 났을 때 어떤 방식으로 반응하는가?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화가 줄어드는가, 아니면 같이 동조되어 더 커지는가?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사람들은 어떤 상황에서 화가 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화가 났을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나처럼 화를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줄어드는가: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처음에는 남이 보는 시선 때문일 것이라 예상했지만, 결과는 달랐다.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내가 보호해야 할 사람으로 경험될 가능성이 크다.</a:t>
            </a:r>
            <a:endParaRPr lang="ko-KR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해석 방향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어떻게 읽을 것인가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지점에서 인문학적·심리적·사회적 선행연구가 필요해진다.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55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55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내가 화를 덜 표현하는 경험에서 출발했다.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확인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운전자들도 유사하게 표현과 행동을 조절한다고 응답했다.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19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18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18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이유는 남의 시선보다 동승자의 안전 책임감에 가까웠다.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510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50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필요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50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타인의 존재가 감정 조절과 책임감으로 이어지는지 설명해야 한다.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발표의 요지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연구는 설문 결과를 바탕으로 동승자를 타자, 관계, 책임의 관점에서 해석한다.</a:t>
            </a:r>
            <a:endParaRPr lang="ko-KR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이론적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선행연구와 본 연구의 연결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이후 결과를 설명하기 위해 참고할 문헌의 역할을 정리했다.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640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640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 · Deffenbacher et al.(1994) / DAX · Deffenbacher et al.(2002)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215640" y="243474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운전자 맥락 · 신용균 외(2009)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670560" y="30099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560" y="31089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조절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1089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Gross(1998) / Harris &amp; Nass(2011)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3215640" y="337962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상황의 의미를 재해석하는 감정 조절 관점</a:t>
            </a:r>
            <a:endParaRPr lang="ko-KR" sz="1440" dirty="0"/>
          </a:p>
        </p:txBody>
      </p:sp>
      <p:sp>
        <p:nvSpPr>
          <p:cNvPr id="17" name="Shape 15"/>
          <p:cNvSpPr/>
          <p:nvPr/>
        </p:nvSpPr>
        <p:spPr>
          <a:xfrm>
            <a:off x="670560" y="3954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560" y="4053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</a:t>
            </a:r>
            <a:endParaRPr lang="ko-KR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4053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al.(1990) / Vollrath et al.(2002) / Lee &amp; Abdel-Aty(2008)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2450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조건과 운전 행동의 관계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48996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9987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에이전트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9987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 et al.(2015) / Nass &amp; Moon(2000)</a:t>
            </a:r>
            <a:endParaRPr lang="ko-KR" sz="1440" dirty="0"/>
          </a:p>
        </p:txBody>
      </p:sp>
      <p:sp>
        <p:nvSpPr>
          <p:cNvPr id="24" name="Text 22"/>
          <p:cNvSpPr txBox="1"/>
          <p:nvPr/>
        </p:nvSpPr>
        <p:spPr>
          <a:xfrm>
            <a:off x="3215640" y="5269382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상호작용과 기술에 대한 사회적 반응</a:t>
            </a:r>
            <a:endParaRPr lang="ko-KR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인문학적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감시자가 아니라 보호해야 할 타자다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‘타자와 책임’은 설문 결과를 설명하기 위한 해석적 관점이다.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타자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 나를 보고 있다는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평가, 체면과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연결되는 경험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타자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있던 실내가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누군가와 함께하는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공간으로 바뀌는 경험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책임의 타자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안전을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책임져야 한다고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느끼는 경험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중심 문장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운전자를 감시하는 시선이 아니라, 운전자가 보호해야 할 타자로 경험된다.</a:t>
            </a:r>
            <a:endParaRPr lang="ko-KR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원인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동승자는 분노 표현을 줄이게 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결과를 인문학적·심리적·사회적 관점으로 연결한다.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관점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단순한 관찰자가 아니라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운전에 의존하는 타자다.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분노보다 보호 책임이 앞선다.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관점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상황의 의미가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“내가 당했다”에서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“안전하게 도착해야 한다”로 바뀐다.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관점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 안의 역할이 개인 운전자에서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누군가를 데려다주는 사람으로 바뀐다.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관계에 따라 억제와 동조가 달라진다.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범위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예비조사는 책임감이 빈번한 이유임을 보여주며, 원인 구조는 본조사에서 검증한다.</a:t>
            </a:r>
            <a:endParaRPr lang="ko-KR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공간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자동차는 감정과 관계가 함께 놓이는 공간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도로, 사적 실내, 동승자와의 관계라는 세 층위로 이해한다.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 등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행동과 접촉하며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충돌을 경험한다.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사적 실내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혼잣말과 욕설 등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표현으로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나타날 수 있다.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관계적 공간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탑승하면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감정과 함께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안전을 고려한다.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초점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내부를 감정과 책임이 교차하는 생활공간으로 본다.</a:t>
            </a:r>
            <a:endParaRPr lang="ko-KR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연구 문제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관찰에서 조사, 해석, 설계로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피드백을 통해 아래 질문의 범위와 우선순위를 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1 · 자극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도로 상황에서 분노와 불쾌감이 강하게 나타나는가?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2 · 표현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혼잣말, 욕설, 경적, 공격적 운전으로 어떻게 표출되는가?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3 · 동승자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존재와 유형은 감정 표현 및 행동 조절과 어떻게 연결되는가?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4 · 동기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책임감과 시선·체면 의식은 조절 이유로 어떻게 나타나는가?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5 · 설계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책임감과 자기조절을 환기하는 AI로 구현할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개념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책임감이 감정 조절로 이어지는가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예비조사에서 도출한 탐색적 가설이며, 인과관계는 검증 전이다.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00" dirty="0"/>
          </a:p>
        </p:txBody>
      </p:sp>
      <p:sp>
        <p:nvSpPr>
          <p:cNvPr id="10" name="Shape 8"/>
          <p:cNvSpPr/>
          <p:nvPr/>
        </p:nvSpPr>
        <p:spPr>
          <a:xfrm>
            <a:off x="67056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 자극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</a:t>
            </a:r>
            <a:endParaRPr lang="ko-KR" sz="14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끼어들기·지연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256794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286512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512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286512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불쾌감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286512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충동</a:t>
            </a:r>
            <a:endParaRPr lang="ko-KR" sz="1440" dirty="0"/>
          </a:p>
        </p:txBody>
      </p:sp>
      <p:sp>
        <p:nvSpPr>
          <p:cNvPr id="19" name="Text 17"/>
          <p:cNvSpPr txBox="1"/>
          <p:nvPr/>
        </p:nvSpPr>
        <p:spPr>
          <a:xfrm>
            <a:off x="476250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20" name="Shape 18"/>
          <p:cNvSpPr/>
          <p:nvPr/>
        </p:nvSpPr>
        <p:spPr>
          <a:xfrm>
            <a:off x="505968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968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인식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505968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있는 타인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505968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인식</a:t>
            </a:r>
            <a:endParaRPr lang="ko-KR" sz="1440" dirty="0"/>
          </a:p>
        </p:txBody>
      </p:sp>
      <p:sp>
        <p:nvSpPr>
          <p:cNvPr id="24" name="Text 22"/>
          <p:cNvSpPr txBox="1"/>
          <p:nvPr/>
        </p:nvSpPr>
        <p:spPr>
          <a:xfrm>
            <a:off x="695706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25" name="Shape 23"/>
          <p:cNvSpPr/>
          <p:nvPr/>
        </p:nvSpPr>
        <p:spPr>
          <a:xfrm>
            <a:off x="7254240" y="2545080"/>
            <a:ext cx="2011680" cy="4572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424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725424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보호해야 한다는</a:t>
            </a:r>
            <a:endParaRPr lang="ko-KR" sz="1440" dirty="0"/>
          </a:p>
        </p:txBody>
      </p:sp>
      <p:sp>
        <p:nvSpPr>
          <p:cNvPr id="28" name="Text 26"/>
          <p:cNvSpPr txBox="1"/>
          <p:nvPr/>
        </p:nvSpPr>
        <p:spPr>
          <a:xfrm>
            <a:off x="725424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동기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9151620" y="3139440"/>
            <a:ext cx="2971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944880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280416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조절</a:t>
            </a:r>
            <a:endParaRPr lang="ko-KR" sz="1440" dirty="0"/>
          </a:p>
        </p:txBody>
      </p:sp>
      <p:sp>
        <p:nvSpPr>
          <p:cNvPr id="32" name="Text 30"/>
          <p:cNvSpPr txBox="1"/>
          <p:nvPr/>
        </p:nvSpPr>
        <p:spPr>
          <a:xfrm>
            <a:off x="9448800" y="3733800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조절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9448800" y="4004462"/>
            <a:ext cx="20116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행동 가능성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AI로의 연결</a:t>
            </a:r>
            <a:endParaRPr lang="ko-KR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환기와 상황 재해석을 돕는 단서를 설계한다.</a:t>
            </a:r>
            <a:endParaRPr lang="ko-KR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디자인 원칙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지원하는 세 가지 원칙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차량 내 AI 인터랙션으로 전환하기 위한 설계 가설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강도의 존재감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조용한 시각·청각 단서로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함께하는 느낌을 제공한다.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강도와 시점을 조절한다.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완충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고조 상황에서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조명·사운드·환기 등을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긴장 완화를 돕는다.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환기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안전과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도착의 중요성을 떠올리는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메시지를 제안한다.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방해감·감시받는 느낌·사용자 선택권을 함께 고려한다.</a:t>
            </a:r>
            <a:endParaRPr lang="ko-KR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프로토타입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비교할 세 가지 AI 인터랙션 모델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운전 상황에서 제시 방식에 따른 경험 차이를 비교한다.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· 시각적 존재감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대시보드·클러스터와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앰비언트 라이트를 활용한다.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안전 상태를 보여주는 빛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· 관계성 음성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사람을 연상시키는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부드러운 음성을 쓴다.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“천천히 가도 괜찮아요.”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· 가상 동승자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맥락에 맞춰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대화·음악·환기를 제안한다.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긴장 구간의 분위기 조율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지표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완화감 · 책임감 환기 · 방해감 · 신뢰감 · 수용성</a:t>
            </a:r>
            <a:endParaRPr lang="ko-KR" sz="14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연구 방법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문헌과 경험 자료를 설계·평가로 연결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수와 구체적인 실험 방식은 교수님 피드백을 반영해 확정한다.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문헌연구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척도, 감정 조절, 동승자 효과, 타자·책임, 차량 AI 검토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본 설문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문항 보완, 표본과 연령대 확대, 동승 관계와 영향 이유 조사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분석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기술통계, 적절한 평균 비교·교차분석, 정성 응답 코딩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제작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AI 모델과 상황별 인터랙션 시나리오 구현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 또는 주행 시뮬레이션을 활용한 사용자 평가</a:t>
            </a:r>
            <a:endParaRPr lang="ko-KR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변화와 인터페이스 경험을 함께 측정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전후의 분노 경험과 표현·행동 억제를 구분해 살펴본다.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상황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지연 등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운전 시나리오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조건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없음 / 시각적 존재감 /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관계성 음성 / 가상 동승자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순서와 자극 강도 고려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경험·표현 조절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환기·감시받는 느낌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방해감·신뢰감·수용성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개입이 책임감과 자기조절 경험으로 이어지는가?</a:t>
            </a:r>
            <a:endParaRPr lang="ko-KR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기대 기여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학술·인문학·디자인 관점의 기여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항목은 연구 완료 후 기대하는 결과다.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기여</a:t>
            </a:r>
            <a:endParaRPr lang="ko-KR" sz="240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분노와 동승자 효과를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연결하고, 조절 동기로서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탐색한다.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기여</a:t>
            </a:r>
            <a:endParaRPr lang="ko-KR" sz="240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내부를 감정과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타인에 대한 책임이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교차하는 공간으로 읽는다.</a:t>
            </a:r>
            <a:endParaRPr lang="ko-KR" sz="144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기여</a:t>
            </a:r>
            <a:endParaRPr lang="ko-KR" sz="240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돕는 차량 AI의</a:t>
            </a:r>
            <a:endParaRPr lang="ko-KR" sz="144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34002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방식과 강도를</a:t>
            </a:r>
            <a:endParaRPr lang="ko-KR" sz="144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04665"/>
            <a:ext cx="33324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HMI 설계 원칙으로 제안한다.</a:t>
            </a:r>
            <a:endParaRPr lang="ko-KR" sz="144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ko-KR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 분석 · AI 프로토타입 · 감정 조절 지원 설계 가이드</a:t>
            </a:r>
            <a:endParaRPr lang="ko-KR" sz="14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한계와 보완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자료로 말할 수 있는 범위를 구분한다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예비조사의 발견을 본조사와 평가에서 구체적으로 확인한다.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표본의 한계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N=33, 20대 69.7% → 연령과 운전 경력을 고려해 표본 확대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자기보고의 한계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행동과 다를 수 있음 → 시나리오·시뮬레이션 평가로 보완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기제 해석의 한계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선택 이유만으로 인과 추론 불가 → 책임감과 조절 경험을 별도 측정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이론의 보완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타자·책임은 해석적 관점 → 인문학 원전·선행 논문 검토 필요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설계의 검증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효과는 아직 가설 → 개입 방식별 수용성과 방해감까지 평가</a:t>
            </a:r>
            <a:endParaRPr lang="ko-KR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진행 일정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이후의 연구 진행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기간은 연구 범위와 평가 방식 확정 후 배정한다.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241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이론과 질문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3241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검토 → 연구문제 정교화 → 교수님 피드백 반영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08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99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본조사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99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문항 보완 → 응답 수집 → 정량·정성 분석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96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957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설계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957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 도출 → 세 가지 AI 모델 제작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2824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815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· 검증과 작성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815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평가 → 결과 해석 → 설계 가이드와 논문 작성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할 일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 · 조사 문항 · 평가 방식의 우선순위를 확정한다.</a:t>
            </a:r>
            <a:endParaRPr lang="ko-KR" sz="14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교수님 피드백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면담에서 결정하고 싶은 다섯 가지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중심축과 검증 범위를 구체화하기 위한 질문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중심축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경험·타자성 해석과 차량 AI/HMI 설계의 비중을 어떻게 둘 것인가?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개념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중심 개념으로 설정하는 것이 타당한가?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문헌 범위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심리학·교통안전·HCI·인문학 중 어떤 이론을 중심으로 보완할 것인가?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본조사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추가할 문항, 표본 조건, 책임감과 분노 조절의 측정 방식은 무엇인가?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방식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목업, 주행 시뮬레이션 중 어떤 접근이 적절한가?</a:t>
            </a:r>
            <a:endParaRPr lang="ko-KR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1 / 2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측정과 감정 조절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(1994)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of a driving anger scale.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3347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Psychological Reports, 74(1), 83–91.</a:t>
            </a:r>
            <a:endParaRPr lang="ko-K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(2002)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driving anger expression inventory: a measure of how people express their anger on the road.</a:t>
            </a:r>
            <a:endParaRPr lang="ko-KR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1833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Behaviour Research and Therapy, 40(6), 717–737.</a:t>
            </a:r>
            <a:endParaRPr lang="ko-KR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신용균·한덕웅·류준범 (2009)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운전분노척도에 의한 과속운전 행동의 예측.</a:t>
            </a:r>
            <a:endParaRPr lang="ko-K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0319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한국심리학회지: 건강, 14(1), 159–173.</a:t>
            </a:r>
            <a:endParaRPr lang="ko-KR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(1998)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Antecedent- and response-focused emotion regulation: Divergent consequences for experience,</a:t>
            </a:r>
            <a:endParaRPr lang="ko-KR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8805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expression, and physiology. Journal of Personality and Social Psychology, 74(1), 224–237.</a:t>
            </a:r>
            <a:endParaRPr lang="ko-KR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Harris &amp; Nass (2011)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Emotion regulation for frustrating driving contexts.</a:t>
            </a:r>
            <a:endParaRPr lang="ko-K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7291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Proceedings of CHI, 749–752.</a:t>
            </a:r>
            <a:endParaRPr lang="ko-KR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2 / 2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효과와 차량 내 에이전트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 (1990)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Social facilitation and driver behaviour.</a:t>
            </a:r>
            <a:endParaRPr lang="ko-KR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3347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British Journal of Psychology, 81(3), 351–360.</a:t>
            </a:r>
            <a:endParaRPr lang="ko-K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Vollrath et al. (2002)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the presence of passengers influences the risk of a collision with another vehicle.</a:t>
            </a:r>
            <a:endParaRPr lang="ko-KR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1833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34(5), 649–654.</a:t>
            </a:r>
            <a:endParaRPr lang="ko-KR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Lee &amp; Abdel-Aty (2008)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Presence of passengers: Does it increase or reduce driver's crash potential?</a:t>
            </a:r>
            <a:endParaRPr lang="ko-K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0319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40(5), 1703–1712.</a:t>
            </a:r>
            <a:endParaRPr lang="ko-KR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Jeon, Walker, &amp; Gable (2015)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effects of social interactions with in-vehicle agents on a driver's anger level, driving performance,</a:t>
            </a:r>
            <a:endParaRPr lang="ko-KR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8805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awareness, and perceived workload. Applied Ergonomics, 50, 185–199.</a:t>
            </a:r>
            <a:endParaRPr lang="ko-KR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Nass &amp; Moon (2000)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컴퓨터에 대한 사회적 반응 관련 문헌 · 기존 연구계획서 인용</a:t>
            </a:r>
            <a:endParaRPr lang="ko-KR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72912"/>
            <a:ext cx="1085088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논문 작성 시 원문과 상세 서지정보 확인 필요</a:t>
            </a:r>
            <a:endParaRPr lang="ko-K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2026-09-07T17:35:29Z</dcterms:created>
  <dcterms:modified xsi:type="dcterms:W3CDTF">2026-09-07T17:35:29Z</dcterms:modified>
</cp:coreProperties>
</file>